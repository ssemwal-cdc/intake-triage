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[1] Sample source, no SharePoint/Teams search run — n/a — 2026-10-05 (unverified)</a:t>
            </a:r>
          </a:p>
          <a:p>
            <a:r>
              <a:t>[2] Sample source, no SharePoint/Teams search run — n/a — 2026-10-05 (unverified)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1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Entity-level tax allocation check — Small rock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3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941294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143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530C"/>
                </a:solidFill>
                <a:latin typeface="Arial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4444D"/>
                </a:solidFill>
                <a:latin typeface="Arial"/>
              </a:rPr>
              <a:t>Automate the hand re-check of entity-level tax allocation each close, so a step is never missed under deadline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530C"/>
                </a:solidFill>
                <a:latin typeface="Arial"/>
              </a:rPr>
              <a:t>WHO AND HOW OFTEN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4444D"/>
                </a:solidFill>
                <a:latin typeface="Arial"/>
              </a:rPr>
              <a:t>Tax team, once per close cycle, per project.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530C"/>
                </a:solidFill>
                <a:latin typeface="Arial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4444D"/>
                </a:solidFill>
                <a:latin typeface="Arial"/>
              </a:rPr>
              <a:t>Cost -1  Risk 1  Time 2  Benefit 2  Total 4  |  Fit: Yes, data exists  |  Decision date: 2026-10-15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4444D"/>
                </a:solidFill>
                <a:latin typeface="Arial"/>
              </a:rPr>
              <a:t>Fits within a month; owner confirmed.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77639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3530C"/>
                </a:solidFill>
                <a:latin typeface="Arial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5196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4444D"/>
                </a:solidFill>
                <a:latin typeface="Arial"/>
              </a:rPr>
              <a:t>• Entity allocation is re-checked by hand every close today (sample). [1]</a:t>
            </a:r>
          </a:p>
          <a:p>
            <a:r>
              <a:rPr sz="1300">
                <a:solidFill>
                  <a:srgbClr val="34444D"/>
                </a:solidFill>
                <a:latin typeface="Arial"/>
              </a:rPr>
              <a:t>• Data lives in NetSuite and Excel models, not one system (sample).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4444D"/>
                </a:solidFill>
                <a:latin typeface="Arial"/>
              </a:rPr>
              <a:t>Source: 2026-09-30-entity-level-tax-allocation-check-sample.json    2026-10-05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